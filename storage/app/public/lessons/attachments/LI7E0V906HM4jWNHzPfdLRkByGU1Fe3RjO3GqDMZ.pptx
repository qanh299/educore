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9" r:id="rId2"/>
    <p:sldId id="270" r:id="rId3"/>
    <p:sldId id="271" r:id="rId4"/>
    <p:sldId id="272" r:id="rId5"/>
    <p:sldId id="274" r:id="rId6"/>
    <p:sldId id="278" r:id="rId7"/>
    <p:sldId id="279" r:id="rId8"/>
    <p:sldId id="275" r:id="rId9"/>
    <p:sldId id="277" r:id="rId10"/>
    <p:sldId id="280" r:id="rId11"/>
    <p:sldId id="281" r:id="rId12"/>
    <p:sldId id="276" r:id="rId13"/>
    <p:sldId id="273" r:id="rId14"/>
    <p:sldId id="282" r:id="rId1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093" autoAdjust="0"/>
    <p:restoredTop sz="93979" autoAdjust="0"/>
  </p:normalViewPr>
  <p:slideViewPr>
    <p:cSldViewPr snapToGrid="0">
      <p:cViewPr>
        <p:scale>
          <a:sx n="60" d="100"/>
          <a:sy n="60" d="100"/>
        </p:scale>
        <p:origin x="30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D727E4-4995-49BC-A63F-AC75DBE2A596}" type="datetimeFigureOut">
              <a:rPr lang="vi-VN" smtClean="0"/>
              <a:t>13/07/2021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42A15-AFEB-46FF-88A4-4F086E0FA4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2019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42A15-AFEB-46FF-88A4-4F086E0FA44A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67518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42A15-AFEB-46FF-88A4-4F086E0FA44A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2014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13/07/2021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0632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13/07/2021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37675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13/07/2021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4112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13/07/2021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587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13/07/2021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7723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13/07/2021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52917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13/07/2021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6933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13/07/2021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8556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13/07/2021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7118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13/07/2021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68328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13/07/2021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3663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93D51-1F06-4472-B93F-6F818230CAE7}" type="datetimeFigureOut">
              <a:rPr lang="vi-VN" smtClean="0"/>
              <a:t>13/07/2021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813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326" y="365125"/>
            <a:ext cx="10515600" cy="1325563"/>
          </a:xfrm>
        </p:spPr>
        <p:txBody>
          <a:bodyPr/>
          <a:lstStyle/>
          <a:p>
            <a:endParaRPr lang="vi-V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6"/>
            <a:ext cx="12180824" cy="6851714"/>
          </a:xfrm>
        </p:spPr>
      </p:pic>
      <p:sp>
        <p:nvSpPr>
          <p:cNvPr id="7" name="TextBox 6"/>
          <p:cNvSpPr txBox="1"/>
          <p:nvPr/>
        </p:nvSpPr>
        <p:spPr>
          <a:xfrm>
            <a:off x="5300169" y="1535090"/>
            <a:ext cx="2236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TOÁN 6 </a:t>
            </a:r>
            <a:endParaRPr lang="vi-VN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98696" y="1117453"/>
            <a:ext cx="45403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000" b="1" dirty="0" smtClean="0">
                <a:solidFill>
                  <a:srgbClr val="FF0000"/>
                </a:solidFill>
                <a:latin typeface="+mj-lt"/>
              </a:rPr>
              <a:t>CHÂN TRỜI SÁNG TẠO </a:t>
            </a:r>
            <a:endParaRPr lang="vi-VN" sz="3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56809" y="1919796"/>
            <a:ext cx="5112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CHƯƠNG 1: SỐ TỰ NHIÊN </a:t>
            </a:r>
            <a:endParaRPr lang="vi-VN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2193" y="2790692"/>
            <a:ext cx="1085986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44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BÀI 8 : DẤU HIỆU CHIA HẾT</a:t>
            </a:r>
          </a:p>
          <a:p>
            <a:pPr algn="ctr"/>
            <a:r>
              <a:rPr lang="vi-VN" sz="44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 CHO 3, CHO 9.</a:t>
            </a:r>
          </a:p>
        </p:txBody>
      </p:sp>
    </p:spTree>
    <p:extLst>
      <p:ext uri="{BB962C8B-B14F-4D97-AF65-F5344CB8AC3E}">
        <p14:creationId xmlns:p14="http://schemas.microsoft.com/office/powerpoint/2010/main" val="292103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14" y="4515590"/>
            <a:ext cx="10944225" cy="904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741" y="5089234"/>
            <a:ext cx="10685820" cy="16363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014" y="701584"/>
            <a:ext cx="3971925" cy="771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3231" y="-10709"/>
            <a:ext cx="8486775" cy="10191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304" y="3448164"/>
            <a:ext cx="9305925" cy="1209675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2927929" y="3401984"/>
            <a:ext cx="15609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682840" y="3401984"/>
            <a:ext cx="1108364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3329707" y="6132945"/>
            <a:ext cx="3283529" cy="7619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191" y="1422968"/>
            <a:ext cx="1038225" cy="12573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2416" y="1339863"/>
            <a:ext cx="7172325" cy="5905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1121" y="1886281"/>
            <a:ext cx="2800350" cy="31432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8927" y="2188959"/>
            <a:ext cx="3076575" cy="32385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44575" y="2465023"/>
            <a:ext cx="3228975" cy="8763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138244" y="2514341"/>
            <a:ext cx="1347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99 = 9.11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3594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59" y="785089"/>
            <a:ext cx="9668860" cy="125614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011050" y="2860053"/>
            <a:ext cx="71397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9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087 có 9 + 0 + 8 + 7 = 24 ⋮̸ 9 nên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9087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⋮̸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9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11050" y="433725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b) Hai số chia hết cho 9 là 936, 18</a:t>
            </a:r>
          </a:p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 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10317" y="2530763"/>
            <a:ext cx="10529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200" b="1" dirty="0" smtClean="0">
                <a:solidFill>
                  <a:srgbClr val="FF0000"/>
                </a:solidFill>
                <a:latin typeface="+mj-lt"/>
              </a:rPr>
              <a:t>GIẢI</a:t>
            </a:r>
            <a:endParaRPr lang="vi-VN" sz="22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687725" y="2484029"/>
            <a:ext cx="50616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a) 245 có 2 + 4 + 5 = 11 ⋮̸ 9 nên 245 ⋮̸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7927" y="323874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398 có 3 + 9 + 6 = 18 ⋮ 9 nên 398 ⋮ 9</a:t>
            </a:r>
          </a:p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</a:t>
            </a:r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531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có 5 + 3 + 1 = 9 ⋮ 9 nên 531 ⋮ 9</a:t>
            </a:r>
          </a:p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        Vậy các số 398, 531 chia hết cho 9</a:t>
            </a:r>
            <a:endParaRPr lang="vi-VN" dirty="0"/>
          </a:p>
        </p:txBody>
      </p:sp>
      <p:sp>
        <p:nvSpPr>
          <p:cNvPr id="9" name="Rectangle 8"/>
          <p:cNvSpPr/>
          <p:nvPr/>
        </p:nvSpPr>
        <p:spPr>
          <a:xfrm>
            <a:off x="3344437" y="5075918"/>
            <a:ext cx="52629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Hai số không chia hết cho 9 là 987, 192</a:t>
            </a:r>
          </a:p>
        </p:txBody>
      </p:sp>
    </p:spTree>
    <p:extLst>
      <p:ext uri="{BB962C8B-B14F-4D97-AF65-F5344CB8AC3E}">
        <p14:creationId xmlns:p14="http://schemas.microsoft.com/office/powerpoint/2010/main" val="429250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82" y="-47200"/>
            <a:ext cx="4152576" cy="108571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869" y="965522"/>
            <a:ext cx="593225" cy="44771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26" y="1084013"/>
            <a:ext cx="2496025" cy="35817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26" y="1457347"/>
            <a:ext cx="3481005" cy="39175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8953" y="1755044"/>
            <a:ext cx="3122829" cy="5148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7469" y="2200298"/>
            <a:ext cx="4107807" cy="50368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382" y="2621350"/>
            <a:ext cx="10745218" cy="120883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544" y="3760736"/>
            <a:ext cx="10443004" cy="128718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492" y="5127418"/>
            <a:ext cx="10913108" cy="1466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27131" y="1838688"/>
            <a:ext cx="27008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99 = 9.11 = 3.3.11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3329707" y="6132945"/>
            <a:ext cx="3283529" cy="7619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50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319" y="2059709"/>
            <a:ext cx="7169267" cy="834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854036" y="3026337"/>
            <a:ext cx="71397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315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có 3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+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1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+ 5 = 9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⋮ 3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nên 315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⋮ 3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83033" y="3389637"/>
            <a:ext cx="48990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418 có 4 + 1 + 8 </a:t>
            </a:r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=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13 ⋮̸ 3 nên 418 ⋮ 3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53764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9147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326" y="365125"/>
            <a:ext cx="10515600" cy="1325563"/>
          </a:xfrm>
        </p:spPr>
        <p:txBody>
          <a:bodyPr/>
          <a:lstStyle/>
          <a:p>
            <a:endParaRPr lang="vi-V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6"/>
            <a:ext cx="12180824" cy="6851714"/>
          </a:xfrm>
        </p:spPr>
      </p:pic>
      <p:sp>
        <p:nvSpPr>
          <p:cNvPr id="7" name="TextBox 6"/>
          <p:cNvSpPr txBox="1"/>
          <p:nvPr/>
        </p:nvSpPr>
        <p:spPr>
          <a:xfrm>
            <a:off x="5300169" y="1535090"/>
            <a:ext cx="2236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TOÁN 6 </a:t>
            </a:r>
            <a:endParaRPr lang="vi-VN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98696" y="1117453"/>
            <a:ext cx="45403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000" b="1" dirty="0" smtClean="0">
                <a:solidFill>
                  <a:srgbClr val="FF0000"/>
                </a:solidFill>
                <a:latin typeface="+mj-lt"/>
              </a:rPr>
              <a:t>CHÂN TRỜI SÁNG TẠO </a:t>
            </a:r>
            <a:endParaRPr lang="vi-VN" sz="3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56809" y="1919796"/>
            <a:ext cx="5112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CHƯƠNG 1: SỐ TỰ NHIÊN </a:t>
            </a:r>
            <a:endParaRPr lang="vi-VN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2957" y="2781456"/>
            <a:ext cx="10859866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54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GIẢI BÀI TẬP</a:t>
            </a:r>
          </a:p>
          <a:p>
            <a:pPr algn="ctr"/>
            <a:r>
              <a:rPr lang="vi-VN" sz="44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BÀI 8 : DẤU HIỆU CHIA HẾT</a:t>
            </a:r>
          </a:p>
          <a:p>
            <a:pPr algn="ctr"/>
            <a:r>
              <a:rPr lang="vi-VN" sz="44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 CHO 3, CHO 9.</a:t>
            </a:r>
          </a:p>
        </p:txBody>
      </p:sp>
    </p:spTree>
    <p:extLst>
      <p:ext uri="{BB962C8B-B14F-4D97-AF65-F5344CB8AC3E}">
        <p14:creationId xmlns:p14="http://schemas.microsoft.com/office/powerpoint/2010/main" val="223894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037" y="-27782"/>
            <a:ext cx="1544658" cy="6426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575719"/>
            <a:ext cx="8388510" cy="102601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38" y="4725895"/>
            <a:ext cx="10293962" cy="823066"/>
          </a:xfrm>
          <a:prstGeom prst="rect">
            <a:avLst/>
          </a:prstGeom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0767" y="1682436"/>
            <a:ext cx="436523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vi-VN" altLang="vi-VN" sz="22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vi-VN" altLang="vi-VN" sz="22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</a:t>
            </a:r>
            <a:r>
              <a:rPr kumimoji="0" lang="vi-VN" altLang="vi-VN" sz="22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 Ta có 1 + 1 + 7 = 9 ⋮ 9 nên 117 ⋮ 9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237529" y="5568210"/>
            <a:ext cx="7470058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vi-VN" sz="22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Ta có 5 + 3  + 4 = 12 ⋮ 3 nhưng 12  ⋮̸ 9 nên 534 ⋮ 3 và 534  ⋮̸ 9.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vi-VN" sz="22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          1 + 2  + 3 = 6 ⋮ 3 nhưng 6  ⋮̸ 9 nên 123 ⋮ 3 và 534  ⋮̸ 9.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vi-VN" sz="22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                     B = {534, 123}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4070" y="2076658"/>
            <a:ext cx="6096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altLang="vi-VN" sz="22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  3 + 4  + 4 + 7 = 18 ⋮ 9 nên 3447 ⋮ </a:t>
            </a:r>
            <a:r>
              <a:rPr lang="vi-VN" altLang="vi-VN" sz="22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9</a:t>
            </a:r>
            <a:endParaRPr lang="vi-VN" altLang="vi-VN" sz="2200" b="1" dirty="0">
              <a:solidFill>
                <a:srgbClr val="5B9BD5">
                  <a:lumMod val="50000"/>
                </a:srgbClr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773376" y="2505502"/>
            <a:ext cx="6096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altLang="vi-VN" sz="22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5 + 0  + 8 + 5 = 18 ⋮</a:t>
            </a:r>
            <a:r>
              <a:rPr lang="vi-VN" altLang="vi-VN" sz="22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</a:t>
            </a:r>
            <a:r>
              <a:rPr lang="vi-VN" altLang="vi-VN" sz="22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9 nên 5085 ⋮ </a:t>
            </a:r>
            <a:r>
              <a:rPr lang="vi-VN" altLang="vi-VN" sz="22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9</a:t>
            </a:r>
            <a:endParaRPr lang="vi-VN" altLang="vi-VN" sz="2200" b="1" dirty="0">
              <a:solidFill>
                <a:srgbClr val="5B9BD5">
                  <a:lumMod val="50000"/>
                </a:srgbClr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847272" y="2899724"/>
            <a:ext cx="6096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altLang="vi-VN" sz="22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5 + 3  + 4 = 12  ⋮̸ 9 nên 534  ⋮̸ </a:t>
            </a:r>
            <a:r>
              <a:rPr lang="vi-VN" altLang="vi-VN" sz="22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9</a:t>
            </a:r>
            <a:endParaRPr lang="vi-VN" altLang="vi-VN" sz="2200" b="1" dirty="0">
              <a:solidFill>
                <a:srgbClr val="5B9BD5">
                  <a:lumMod val="50000"/>
                </a:srgbClr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47272" y="3722790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altLang="vi-VN" sz="22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1 + 2  + 3 = 6  ⋮̸ 9 nên 123  ⋮̸ 9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altLang="vi-VN" sz="22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        A = {117, 3 447, 5085}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7272" y="3311257"/>
            <a:ext cx="6096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altLang="vi-VN" sz="22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9 </a:t>
            </a:r>
            <a:r>
              <a:rPr lang="vi-VN" altLang="vi-VN" sz="22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+ 3  + 4 + </a:t>
            </a:r>
            <a:r>
              <a:rPr lang="vi-VN" altLang="vi-VN" sz="22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8 = 24</a:t>
            </a:r>
            <a:r>
              <a:rPr lang="vi-VN" altLang="vi-VN" sz="22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  ⋮̸ 9 nên 9384  ⋮̸ </a:t>
            </a:r>
            <a:r>
              <a:rPr lang="vi-VN" altLang="vi-VN" sz="22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9</a:t>
            </a:r>
            <a:endParaRPr lang="vi-VN" altLang="vi-VN" sz="2200" b="1" dirty="0">
              <a:solidFill>
                <a:srgbClr val="5B9BD5">
                  <a:lumMod val="50000"/>
                </a:srgbClr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667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10" grpId="0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336" y="69132"/>
            <a:ext cx="10292770" cy="6976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98" y="1237673"/>
            <a:ext cx="1899707" cy="51189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80666" y="1711560"/>
            <a:ext cx="90700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Ta có: 1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+ 2 + 0 + 6 = 9 </a:t>
            </a:r>
          </a:p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      9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⋮ 3 nên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1206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⋮ 3</a:t>
            </a:r>
          </a:p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      9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⋮ 9 nên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1206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⋮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9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80666" y="2911889"/>
            <a:ext cx="77123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Ta có: 5 + 3 + 0 + 6 = 14 </a:t>
            </a:r>
          </a:p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        14  ⋮̸ 3 nên 5036  ⋮̸ 3</a:t>
            </a:r>
          </a:p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        14  ⋮̸ 9 nên 5036  ⋮̸ </a:t>
            </a:r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9</a:t>
            </a:r>
            <a:endParaRPr lang="vi-VN" sz="2400" b="1" dirty="0">
              <a:solidFill>
                <a:srgbClr val="5B9BD5">
                  <a:lumMod val="50000"/>
                </a:srgbClr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56146" y="4112218"/>
            <a:ext cx="7924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* Vì </a:t>
            </a:r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1206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⋮ 3 và </a:t>
            </a:r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5306 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⋮̸ 3 nên </a:t>
            </a:r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(1206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+ </a:t>
            </a:r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5306) 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⋮̸ 3</a:t>
            </a:r>
          </a:p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* Vì </a:t>
            </a:r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1206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⋮ 9 và 5 306  ⋮̸ 9 nên </a:t>
            </a:r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(1206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+ </a:t>
            </a:r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5306) 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⋮̸ 9</a:t>
            </a:r>
          </a:p>
        </p:txBody>
      </p:sp>
    </p:spTree>
    <p:extLst>
      <p:ext uri="{BB962C8B-B14F-4D97-AF65-F5344CB8AC3E}">
        <p14:creationId xmlns:p14="http://schemas.microsoft.com/office/powerpoint/2010/main" val="4101303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055" y="1416369"/>
            <a:ext cx="1532437" cy="45861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66993" y="212683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Ta có: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4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+ 3 + 6 = 13  </a:t>
            </a:r>
          </a:p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        13 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⋮̸ 3 nên 436  ⋮̸ 3</a:t>
            </a:r>
          </a:p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        13 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⋮̸ 9 nên 436  ⋮̸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9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239" y="179968"/>
            <a:ext cx="10018068" cy="67901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66993" y="326560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Ta có:   3 + 2 + 4 = 9 </a:t>
            </a:r>
          </a:p>
          <a:p>
            <a:pPr lvl="0"/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             9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⋮ 3 nên 324 ⋮ 3</a:t>
            </a:r>
          </a:p>
          <a:p>
            <a:pPr lvl="0"/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             9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⋮ 9 nên 324 ⋮ </a:t>
            </a:r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9</a:t>
            </a:r>
            <a:endParaRPr lang="vi-VN" sz="2400" b="1" dirty="0">
              <a:solidFill>
                <a:srgbClr val="5B9BD5">
                  <a:lumMod val="50000"/>
                </a:srgbClr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86577" y="4465936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* Vì 436  ⋮̸ 3 và 324 ⋮ 3 nên ( 436 – 324 ) ⋮̸ 3.</a:t>
            </a:r>
          </a:p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* Vì 436  ⋮̸ 9 và 324 ⋮ 9 nên ( 436 – 324 ) ⋮̸ 9.</a:t>
            </a:r>
          </a:p>
        </p:txBody>
      </p:sp>
    </p:spTree>
    <p:extLst>
      <p:ext uri="{BB962C8B-B14F-4D97-AF65-F5344CB8AC3E}">
        <p14:creationId xmlns:p14="http://schemas.microsoft.com/office/powerpoint/2010/main" val="82836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66" y="1963554"/>
            <a:ext cx="2342285" cy="5525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26" y="738233"/>
            <a:ext cx="10719481" cy="72655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748989" y="2379982"/>
            <a:ext cx="76384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Ta có: </a:t>
            </a:r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(</a:t>
            </a:r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2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. 3 . 4 . </a:t>
            </a:r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6)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⋮ 3</a:t>
            </a:r>
            <a:endParaRPr lang="vi-VN" sz="2400" b="1" dirty="0" smtClean="0">
              <a:solidFill>
                <a:srgbClr val="5B9BD5">
                  <a:lumMod val="50000"/>
                </a:srgbClr>
              </a:solidFill>
              <a:latin typeface="Times New Roman" panose="02020603050405020304" pitchFamily="18" charset="0"/>
            </a:endParaRPr>
          </a:p>
          <a:p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</a:t>
            </a:r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          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2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. 3 . 4 . 6 =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(2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. 4 .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18)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⋮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9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748989" y="3167203"/>
            <a:ext cx="8579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Ta có: 2 + 7 = 9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48989" y="3706219"/>
            <a:ext cx="84060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Mà 9 ⋮ 3 nên 27 ⋮ 3</a:t>
            </a:r>
          </a:p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       9 ⋮ 9 nên 27 ⋮ </a:t>
            </a:r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9</a:t>
            </a:r>
            <a:endParaRPr lang="vi-VN" sz="2400" b="1" dirty="0">
              <a:solidFill>
                <a:srgbClr val="5B9BD5">
                  <a:lumMod val="50000"/>
                </a:srgbClr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748989" y="4567076"/>
            <a:ext cx="83675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* Vì 2 . 3 . 4 . 6 ⋮ 3 và 27 ⋮ 3 nên ( 2 . 3 . 4 . 6 + 27 ) ⋮ 3.</a:t>
            </a:r>
          </a:p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* Vì 2 . 3 . 4 . 6 ⋮ 9 và 27 ⋮ 9 nên (2 . 3 . 4 . 6 + 27) ⋮ 9.</a:t>
            </a:r>
          </a:p>
        </p:txBody>
      </p:sp>
    </p:spTree>
    <p:extLst>
      <p:ext uri="{BB962C8B-B14F-4D97-AF65-F5344CB8AC3E}">
        <p14:creationId xmlns:p14="http://schemas.microsoft.com/office/powerpoint/2010/main" val="92304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75" y="274637"/>
            <a:ext cx="11759082" cy="8998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4" y="1257232"/>
            <a:ext cx="11068821" cy="45606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87374" y="2249354"/>
            <a:ext cx="108695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2 + 0 + 3 = 5 không chia hết cho 3 nên số 203 không chia hết cho 3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.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7374" y="2672519"/>
            <a:ext cx="1037603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</a:t>
            </a:r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  1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+ 2 + 7 = 10 không chia hết cho 3 nên số 203 không chia hết cho 3.</a:t>
            </a:r>
          </a:p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   9 + 7 = 16 không chia hết cho 3 nên số 203 không chia hết cho 3.</a:t>
            </a:r>
          </a:p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   1 + 7 + 3 = 11 không chia hết cho 3 nên số 203 không chia hết cho 3.</a:t>
            </a:r>
          </a:p>
          <a:p>
            <a:pPr lvl="0"/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* Kết luận: không thể chia số bi trong mỗi hộp thành 3 phần bằng nhau được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42830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23" y="1702970"/>
            <a:ext cx="10805813" cy="87010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2380" y="2988166"/>
            <a:ext cx="83146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Tổng số bi là: 203 + 127 + 97+ 173 =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600 ( viên bi )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75" y="274637"/>
            <a:ext cx="11759082" cy="89980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75" y="1257233"/>
            <a:ext cx="10991482" cy="45287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8008" y="3449831"/>
            <a:ext cx="1216719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  Nếu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Tuấn rủ thêm 2 bạn cùng chơi thì tổng số người chơi là 3 người.</a:t>
            </a:r>
          </a:p>
          <a:p>
            <a:pPr lvl="0"/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  Ta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có: 6 + 0 + 0 = 6 chia hết cho 3 nên số 600 chia hết cho 3 </a:t>
            </a:r>
            <a:endParaRPr lang="vi-VN" sz="2400" b="1" dirty="0" smtClean="0">
              <a:solidFill>
                <a:srgbClr val="5B9BD5">
                  <a:lumMod val="50000"/>
                </a:srgbClr>
              </a:solidFill>
              <a:latin typeface="Times New Roman" panose="02020603050405020304" pitchFamily="18" charset="0"/>
            </a:endParaRPr>
          </a:p>
          <a:p>
            <a:pPr lvl="0"/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=&gt;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600 viên bi chia đều cho 3 người.</a:t>
            </a:r>
          </a:p>
          <a:p>
            <a:pPr lvl="0"/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   *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Kết luận: Nếu Tuấn rủ thêm 2 bạn cùng chơi bi thì có thể chia đều </a:t>
            </a:r>
            <a:endParaRPr lang="vi-VN" sz="2400" b="1" dirty="0" smtClean="0">
              <a:solidFill>
                <a:srgbClr val="5B9BD5">
                  <a:lumMod val="50000"/>
                </a:srgbClr>
              </a:solidFill>
              <a:latin typeface="Times New Roman" panose="02020603050405020304" pitchFamily="18" charset="0"/>
            </a:endParaRPr>
          </a:p>
          <a:p>
            <a:pPr lvl="0"/>
            <a:r>
              <a:rPr lang="vi-VN" sz="2400" b="1" dirty="0" smtClean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tổng </a:t>
            </a:r>
            <a:r>
              <a:rPr lang="vi-VN" sz="2400" b="1" dirty="0">
                <a:solidFill>
                  <a:srgbClr val="5B9BD5">
                    <a:lumMod val="50000"/>
                  </a:srgbClr>
                </a:solidFill>
                <a:latin typeface="Times New Roman" panose="02020603050405020304" pitchFamily="18" charset="0"/>
              </a:rPr>
              <a:t>số bi cho mỗi người.</a:t>
            </a:r>
            <a:endParaRPr lang="vi-VN" sz="2400" b="1" dirty="0">
              <a:solidFill>
                <a:srgbClr val="5B9BD5">
                  <a:lumMod val="50000"/>
                </a:srgbClr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54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990" y="3203840"/>
            <a:ext cx="8696325" cy="6572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38016" y="4119585"/>
            <a:ext cx="79617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dirty="0">
                <a:solidFill>
                  <a:srgbClr val="000000"/>
                </a:solidFill>
                <a:latin typeface="Open Sans"/>
              </a:rPr>
              <a:t>Ta có: 6 + 0 + 0 = 6 không chia hết cho 9 nên số 600 không chia hết cho 9 =&gt; 600 viên bi không thể chia đều cho 9 người.</a:t>
            </a:r>
          </a:p>
          <a:p>
            <a:r>
              <a:rPr lang="vi-VN" b="1" i="1" dirty="0">
                <a:solidFill>
                  <a:srgbClr val="000000"/>
                </a:solidFill>
                <a:latin typeface="Open Sans"/>
              </a:rPr>
              <a:t>* Kết luận: Nếu Tuấn rủ thêm 8 bạn cùng chơi bi thì không thể chia đều tổng số bi cho mỗi người.</a:t>
            </a:r>
            <a:endParaRPr lang="vi-VN" b="0" i="0" dirty="0">
              <a:solidFill>
                <a:srgbClr val="000000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3323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1653</TotalTime>
  <Words>777</Words>
  <Application>Microsoft Office PowerPoint</Application>
  <PresentationFormat>Widescreen</PresentationFormat>
  <Paragraphs>73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Open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BEAN</dc:creator>
  <cp:lastModifiedBy>BEAN</cp:lastModifiedBy>
  <cp:revision>127</cp:revision>
  <dcterms:created xsi:type="dcterms:W3CDTF">2021-06-12T02:17:51Z</dcterms:created>
  <dcterms:modified xsi:type="dcterms:W3CDTF">2021-07-13T01:50:13Z</dcterms:modified>
</cp:coreProperties>
</file>